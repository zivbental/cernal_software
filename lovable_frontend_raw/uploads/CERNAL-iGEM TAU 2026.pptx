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Red Hat Display Bold" charset="1" panose="020108030402010603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אלתר:</a:t>
            </a:r>
          </a:p>
          <a:p>
            <a:r>
              <a:rPr lang="en-US"/>
              <a:t>* ככה למעשה אנחנו יוצרים פייפליין שלם, מההתחלה ועד הסוף, שמפריד בין שני סוגי תאים שונים לפי ביטוי הגנים שלהם-&gt; מחשב את המעגל הלוגי שמפריד ביניהם -&gt; הופך כל שער לוגי במעגל לשער לוגי ביולוגי -&gt; אורז את הקידוד של כל זה בטוהולד.</a:t>
            </a:r>
          </a:p>
          <a:p>
            <a:r>
              <a:rPr lang="en-US"/>
              <a:t>*גורמים לתגובה תוך תאית כרצוננו תוך שמירה על ספציפיות ובלי להשפיע על שאר התאים בסביבה.  </a:t>
            </a:r>
          </a:p>
          <a:p>
            <a:r>
              <a:rPr lang="en-US"/>
              <a:t/>
            </a:r>
          </a:p>
          <a:p>
            <a:r>
              <a:rPr lang="en-US"/>
              <a:t>לדבר על ההתקדמות ואיפה אנחנו עומדים.</a:t>
            </a:r>
          </a:p>
          <a:p>
            <a:r>
              <a:rPr lang="en-US"/>
              <a:t>גם עבודה חישובית וגם ניסויים במעבדה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png" Type="http://schemas.openxmlformats.org/officeDocument/2006/relationships/image"/><Relationship Id="rId14" Target="../media/image12.png" Type="http://schemas.openxmlformats.org/officeDocument/2006/relationships/image"/><Relationship Id="rId15" Target="../media/image13.png" Type="http://schemas.openxmlformats.org/officeDocument/2006/relationships/image"/><Relationship Id="rId16" Target="../media/image14.png" Type="http://schemas.openxmlformats.org/officeDocument/2006/relationships/image"/><Relationship Id="rId17" Target="../media/image15.jpeg" Type="http://schemas.openxmlformats.org/officeDocument/2006/relationships/image"/><Relationship Id="rId18" Target="../media/image16.pn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7753" y="6880116"/>
            <a:ext cx="1803722" cy="18037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0288" t="-6080" r="-130" b="-5328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683059" y="6880116"/>
            <a:ext cx="1803722" cy="180372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2826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85944" y="6880116"/>
            <a:ext cx="1803722" cy="18037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9941" t="0" r="-12427" b="-3319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624134" y="6880116"/>
            <a:ext cx="1803722" cy="18037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391" r="0" b="-739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462044" y="6880116"/>
            <a:ext cx="1803722" cy="180372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48581" t="-5982" r="-23856" b="-6645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86009" y="4330258"/>
            <a:ext cx="15240228" cy="2368791"/>
            <a:chOff x="0" y="0"/>
            <a:chExt cx="20320304" cy="315838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5978326" y="0"/>
              <a:ext cx="2404963" cy="2404963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6897" t="-2771" r="-4083" b="-20327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8962579" y="0"/>
              <a:ext cx="2404963" cy="24049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0" r="-936" b="0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4931087" y="0"/>
              <a:ext cx="2404963" cy="2404963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3695" t="-888" r="0" b="-49660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946833" y="0"/>
              <a:ext cx="2404963" cy="2404963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0" t="-340" r="0" b="-46216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7915341" y="0"/>
              <a:ext cx="2404963" cy="2404963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2729" t="0" r="-1776" b="0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7915341" y="2613298"/>
              <a:ext cx="2404963" cy="545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JONATHAN TIRNOVER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978326" y="2613298"/>
              <a:ext cx="2404963" cy="27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MOR GURWICZ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962579" y="2613298"/>
              <a:ext cx="2404963" cy="27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AVIV HENDLER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4931087" y="2613298"/>
              <a:ext cx="2404963" cy="27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MICHAL NAOR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1946193" y="2613298"/>
              <a:ext cx="2404963" cy="27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ZIV BENTULILA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0"/>
              <a:ext cx="2404963" cy="240496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 l="0" t="0" r="0" b="-48423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2613298"/>
              <a:ext cx="2404963" cy="545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YAEL SHENKERMAN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2989163" y="0"/>
              <a:ext cx="2404963" cy="2404963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 l="-65221" t="-7463" r="-79454" b="-137213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2989163" y="2613298"/>
              <a:ext cx="2404963" cy="27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TAL BEREZOVSKY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84197" y="1961467"/>
            <a:ext cx="4043853" cy="2368791"/>
            <a:chOff x="0" y="0"/>
            <a:chExt cx="5391804" cy="3158387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2404963" cy="2404963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l="-381" t="0" r="-381" b="0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986841" y="0"/>
              <a:ext cx="2404963" cy="2404963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0" t="-4227" r="0" b="-4227"/>
                </a:stretch>
              </a:blip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2613298"/>
              <a:ext cx="2404963" cy="545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PROF. TAMIR TULLER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986841" y="2613298"/>
              <a:ext cx="2404963" cy="545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b="true" sz="1479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DR. DANIEL DOVRAT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0" y="9258300"/>
            <a:ext cx="2923526" cy="1028700"/>
          </a:xfrm>
          <a:custGeom>
            <a:avLst/>
            <a:gdLst/>
            <a:ahLst/>
            <a:cxnLst/>
            <a:rect r="r" b="b" t="t" l="l"/>
            <a:pathLst>
              <a:path h="1028700" w="2923526">
                <a:moveTo>
                  <a:pt x="0" y="0"/>
                </a:moveTo>
                <a:lnTo>
                  <a:pt x="2923526" y="0"/>
                </a:lnTo>
                <a:lnTo>
                  <a:pt x="292352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905881" y="6880116"/>
            <a:ext cx="1803722" cy="180372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8"/>
              <a:stretch>
                <a:fillRect l="-11846" t="0" r="0" b="-4460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39222" y="6895359"/>
            <a:ext cx="1803722" cy="180372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9"/>
              <a:stretch>
                <a:fillRect l="0" t="-14088" r="0" b="-10937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0147753" y="8854245"/>
            <a:ext cx="1803722" cy="2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ALTAR HOROWITZ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83059" y="8844852"/>
            <a:ext cx="1803722" cy="2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SHIR HAREL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85944" y="8854245"/>
            <a:ext cx="1803722" cy="2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SHANI LINZISH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24134" y="8854245"/>
            <a:ext cx="1803722" cy="40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LIRAN RAANAN COHEN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462044" y="8844852"/>
            <a:ext cx="1803722" cy="2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RONEN RUSINOV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515171" y="380175"/>
            <a:ext cx="13686029" cy="25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b="true" sz="73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Team- IGEM TAU 2026</a:t>
            </a:r>
          </a:p>
          <a:p>
            <a:pPr algn="ctr">
              <a:lnSpc>
                <a:spcPts val="10220"/>
              </a:lnSpc>
              <a:spcBef>
                <a:spcPct val="0"/>
              </a:spcBef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7905881" y="8844852"/>
            <a:ext cx="1803722" cy="2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YAIR SHOAT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9222" y="8860095"/>
            <a:ext cx="1803722" cy="2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b="true" sz="147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LIOR ROSENBERG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DAHJd5Ogqi8</dc:identifier>
  <dcterms:modified xsi:type="dcterms:W3CDTF">2011-08-01T06:04:30Z</dcterms:modified>
  <cp:revision>1</cp:revision>
  <dc:title>CERNAL-iGEM TAU 2026</dc:title>
</cp:coreProperties>
</file>